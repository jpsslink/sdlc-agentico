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a proposta de esteira AI-native SDLC para plataforma mobile. Baseada no playbook da Anthropic, adaptada para GitHub Copilot Enterprise + React Native multi-bundle.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Copilot já está contratado, mas uso individual não escala. Precisamos de uma estrutura organizacional — artefatos, contexto, gates, métricas — para converter adoção em vantagem competitiva.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em uma frase. Enfatizar: usamos o runtime que já existe (Copilot Enterprise), sem nova ferramenta. Artefatos Markdown em git = rastreáveis, diff-áveis, auditáveis.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= Copilot contextualizado. Não é um processo externo. Skills são o mecanismo de conhecimento — determinísticas, versionadas, portáveis entre runtimes.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Macrofluxo em loop: sentido horário. Top: Negocial (externo, âmbar)→02 Spec→03 Plan. Desce à direita. Bottom (dir→esq): 04 Build→05 Test→06 Deploy→07 Maintain. Sobe à esquerda: 07 gera intent.md que re-entra no pipeline. O loop fecha. Negocial está em âmbar para indicar que é externo ao time de plataforma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artefatos não são burocracia — são o mecanismo que cria contexto, governa decisões e permite rastreabilidade. Sem eles, o agente opera sem contexto e o humano sem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3 camadas que operam em paralelo: pipeline de artefatos, infraestrutura de conhecimento (skills), e monitoramento contínuo. Todas as integrações usam sistemas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não RAG? RAG é probabilístico — o chunk certo pode não ser retornado. Para segurança e compliance, "às vezes carrega a regra certa" não é aceitável. Skills são determinísticas e testáveis em evals.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ADR-012 (novo): a documentação de plataforma existente está desatualizada e incompleta. A Fase 0 começa com 3 sub-etapas: inventário (0-A), validação com SMEs (0-B), e definição de dono + processo de manutenção por domínio (0-C). Skills sem fonte de verdade validada não entram em produção. Dois bloqueadores: ADR-009 (distribuição) e ADR-012 (qualidade do conteúdo).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central: nenhum agente aprova seu próprio output. Gates calibrados ao risco. A esteira começa conservadora e pode relaxar gates à medida que evals comprovam confiabilidade.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ADR-011: O api-contract.md é o handoff formal com backend. O adapter pattern garante zero acoplamento — troca de mock para real é mudança em um arquivo. Feature flag no deploy garante que mock nunca vai a produção exposto.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Evals são testes para agentes. Cada mudança em skill ou instrução dispara CI. Pass rate de 85% é o gate — abaixo disso, o merge é bloqueado. Incidentes de produção viram evals permanentes: "não pode acontecer de novo" tem implementação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07 fecha o loop. Correlação determinística ANTES do Copilot analisar — prevenção de hallucination. Cada branch da árvore é testável em evals. Output sempre: GitHub Issue + PR com intent.md.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6 decisões tomadas, 1 em aberto que bloqueia Fase 0. Próximo passo: definir a arquitetura de distribuição de conhecimento com plataforma, arquitetura e segurança. Sem isso, a Fase 0 não entra em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274320"/>
            <a:ext cx="2286000" cy="2286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 Agêntica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SDLC Mobile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164592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executam. Humanos governam.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gap está crescendo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ferramentas de IA.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Copilot Enterprise já está contratado. O problema é que adoção pontual não gera ganho de escala.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280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com IA estruturada entregam mais, com menos bugs, em menos tempo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individual ("cada um usa do seu jeito") não se converte em vantagem organizacional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é estrutura: artefatos padronizados, contexto determinístico, gates automáticos, métricas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esteira é essa estrutura.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esteira onde cada estágio tem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especializado, rodando no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que já temos, gerenciando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artefatos versionados em git.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no AI-native SDLC Playbook da Anthropic.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para React Native multi-bundle + GitHub Copilot Enterprise.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"agente" nesse contexto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298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processo em background — roda dentro do VS Code, no fluxo do dev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756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via copilot-instructions.md + contexto de plataforma injetado (MCP)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85292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 abre com intent.md → Agente 02. O engenheiro abre com spec.md → Agente 04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840480" cy="256032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Copilot agent mode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copilot-instructions.md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(sempre carregado)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bbds-api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security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Agente especializado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de conhecimento portável — funciona em Copilot e Claude Code sem modificação.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intent ao monitoramento — 6 agentes, 1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2860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F0FD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" y="2286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intent.md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560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012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6984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2044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016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Spec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spec.md + api-contract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048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Plan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2926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adapters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1888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+ CI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03580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Deploy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3580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produção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012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6984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Maintain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24231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542032" y="4297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 ao time — inicia o ciclo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48072" y="4297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serve 3 funções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91640" y="15087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estruturado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o próximo agente.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conversa de Slack,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memória humana.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50876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8056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aprovação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 com o artefato é onde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humano exerce julgamento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consciente e registrado.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69480" y="150876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linha de código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rastreia até o intent.md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até o card do BusinessMap.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que esse código existe?" tem resposta objetiva.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— 3 camadas em paralelo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2E8F0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234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2344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BusinessMap MCP, Figma, GitHub, Firebase, Journey Monitor — já existem, a esteira integra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148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artefatos: intent → spec → plan → código → PR → produção — cada um com gate humano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de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0632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copilot-instructions.md — contexto determinístico injetado por estágio, testado em evals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Loop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977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+ Journey Monitor → correlação → diagnóstico → intent.md de incidente (fecha o loop)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Injeção determinística de conhecimento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ADR-002: Contexto injetado deterministicamente, não RAG sobre documentação indexada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Determinístico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recebe exatamente o mesmo contexto a cada execução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Auditável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auditável — qualquer comportamento rastreável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reproduzíveis — impossível se o contexto varia a cada run (RAG)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 / docs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/ injeção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Automática pelo Copilot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alguém lembra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atualiza a cada release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estar desatualizado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determinístico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o agente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Inacessível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exato injetado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— O pré-requisito bloqueante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escrever qualquer skill, é preciso garantir que o conteúdo é correto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170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3898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Pré-etapa obrigatória: auditoria da documentação existente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17043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são tão confiáveis quanto o conteúdo que encodam — conteúdo incorreto distribuído de forma determinística é erro codificado com confiança.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Inventário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conhecimento existe hoje: repos, wikis, Figma, cabeças de seniores. Classificar por domínio e identificar contradições.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8211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SMEs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sênior validam o que é canônico. Gaps são declarados explicitamente — ausência de conteúdo é informação válida.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7103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5508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0-C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+ Manutenção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skill tem um responsável e um processo de atualização definidos. Sem isso, a skill não é publicada.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1363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39136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ADR-009: mecanismo de distribuição (MCP central, npm ou híbrido) — bloqueia a produção da Fase 0.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913632"/>
            <a:ext cx="3840480" cy="658368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754880" y="3913632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ADR-012: documentação atual desatualizada — auditoria precede o bootstrap de qualquer skill.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agente aprova seu próprio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calibrados ao risco: mais leves no início, mais rigorosos no deploy. Autonomia conquistada progressivamente.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21031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aprova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verifica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negocial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externo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certo?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+ policy owners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após flags resolvidas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Requisitos? Compliance?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Engenheiro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 explícito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 viável? Riscos?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(automático)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test + lint +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Testes, padrões,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+ 1 humano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no GitHub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Findings? Contexto negocial?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Timing? Rollback?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do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 backend em paralelo, sem acoplamento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ADR-011: Contratos de API + adapter pattern + feature flag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Spec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554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api-contract.md — classifica cada endpoint: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reutilizar, extensão ou novo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Build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obrigatório — interface +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impl + feature flag selector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Deploy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ServiceImpl → flag desativada →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ativo, feature oculta de usuários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2801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141732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services/payment/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interface (a porta)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PaymentServiceMock.ts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mock (dev)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PaymentServiceImpl.ts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real (quando backend pronto)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feature flag selector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importam apenas a interface — nunca o mock ou impl diretamente. Troca = mudança em 1 arquivo.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— testes para configuração de agentes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em skills são deploy no escuro — sem evals (ADR-004)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20-50 tasks por agente, baseadas em casos reais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roda automaticamente quando skill ou instrução muda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de produção viram evals permanentes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Code-based (schema, regex) + Model-based (rubrica semântica)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3337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task-001-onboarding/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intent.md +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expected/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spec.md + flags.json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371600"/>
            <a:ext cx="3657600" cy="329184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mínimo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200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disso, o merge é bloqueado.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para.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definido pelo tech lead 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exige decisão consciente.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alimenta o pipeline de volta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07: correlação determinística antes da análise do Copilot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correlação (paralelo, antes do Copilot):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MCP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na tela no mesmo período?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recente nessa tela?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release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recente do bundle?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560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diagnóstico: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provável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endpoint_error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API, avaliar rollback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crash_found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técnico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Stacktrace disponível →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commit_recent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 candidate → notificar autor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correlação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aberta → investigação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GitHub Issue (visibilidade imediata) + PR com intent.md (entrada formal no pipeline)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087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= Copilot Enterprise — portabilidade de skills garantida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determinístico, não RAG — evals reproduzíveis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artefatos explícita — rastreabilidade completa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432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43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obrigatórios por agente — pass rate ≥ 85%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humanos por estágio — autonomia progressiva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para backend — mobile e backend em paralelo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aberto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554480"/>
            <a:ext cx="3657600" cy="2286000"/>
          </a:xfrm>
          <a:prstGeom prst="roundRect">
            <a:avLst>
              <a:gd name="adj" fmla="val 32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02920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conhecimento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606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central, pacote npm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ou arquitetura híbrida?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validação com plataforma,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segurança.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Fase 0 — a decisão precede a criação do conteúdo.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2026-09-09T15:31:41Z</dcterms:created>
  <dcterms:modified xsi:type="dcterms:W3CDTF">2026-09-09T15:31:41Z</dcterms:modified>
</cp:coreProperties>
</file>