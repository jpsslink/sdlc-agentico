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a proposta de esteira AI-native SDLC para plataforma mobile. Baseada no playbook da Anthropic, adaptada para GitHub Copilot Enterprise + React Native multi-bundle.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central: o Copilot já está contratado, mas uso individual não escala. Precisamos de uma estrutura organizacional — artefatos, contexto, gates, métricas — para converter adoção em vantagem competitiva.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em uma frase. Enfatizar: usamos o runtime que já existe (Copilot Enterprise), sem nova ferramenta. Artefatos Markdown em git = rastreáveis, diff-áveis, auditáveis.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Agente = Copilot contextualizado. Não é um processo externo. Skills são o mecanismo de conhecimento — determinísticas, versionadas, portáveis entre runtimes.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Macrofluxo em loop: sentido horário. Top: Negocial (externo, âmbar)→02 Spec→03 Plan. Desce à direita. Bottom (dir→esq): 04 Build→05 Test→06 Deploy→07 Maintain. Sobe à esquerda: 07 gera intent.md que re-entra no pipeline. O loop fecha. Negocial está em âmbar para indicar que é externo ao time de plataforma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artefatos não são burocracia — são o mecanismo que cria contexto, governa decisões e permite rastreabilidade. Sem eles, o agente opera sem contexto e o humano sem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em 3 camadas que operam em paralelo: pipeline de artefatos, infraestrutura de conhecimento (skills), e monitoramento contínuo. Todas as integrações usam sistemas existentes.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nenhuma ferramenta nova. A esteira roda sobre a infraestrutura que já existe. O investimento é em conhecimento (skills) e processo (artefatos), não em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não RAG? RAG é probabilístico — o chunk certo pode não ser retornado. Para segurança e compliance, "às vezes carrega a regra certa" não é aceitável. Skills são determinísticas e testáveis em evals.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0 é bloqueante: sem ela, agentes geram código que viola padrões e o review humano cancela o ganho. Bootstrap progressivo: repos com mais mudanças primeiro. Objetivo: nível mínimo em 60 dias. Decisão aberta: como distribuir skills para dezenas de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Princípio central: nenhum agente aprova seu próprio output. Gates calibrados ao risco. A esteira começa conservadora e pode relaxar gates à medida que evals comprovam confiabilidade.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ADR-011: O api-contract.md é o handoff formal com backend. O adapter pattern garante zero acoplamento — troca de mock para real é mudança em um arquivo. Feature flag no deploy garante que mock nunca vai a produção exposto.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Evals são testes para agentes. Cada mudança em skill ou instrução dispara CI. Pass rate de 85% é o gate — abaixo disso, o merge é bloqueado. Incidentes de produção viram evals permanentes: "não pode acontecer de novo" tem implementação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Agente 07 fecha o loop. Correlação determinística ANTES do Copilot analisar — prevenção de hallucination. Cada branch da árvore é testável em evals. Output sempre: GitHub Issue + PR com intent.md.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 6 decisões tomadas, 1 em aberto que bloqueia Fase 0. Próximo passo: definir a arquitetura de distribuição de conhecimento com plataforma, arquitetura e segurança. Sem isso, a Fase 0 não entra em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D4ED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"/>
            <a:ext cx="2286000" cy="2286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Agêntica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SDLC Mobile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6459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executam. Humanos governam.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Mobile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 está crescendo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falta de ferramentas de IA.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Copilot Enterprise já está contratado. O problema é que adoção pontual não gera ganho de escala.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5331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280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com IA estruturada entregam mais, com menos bugs, em menos tempo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individual ("cada um usa do seu jeito") não se converte em vantagem organizacional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880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é estrutura: artefatos padronizados, contexto determinístico, gates automáticos, métricas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esteira é essa estrutura.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esteira onde cada estágio tem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especializado, rodando no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que já temos, gerenciando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versionados em git.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AI-native SDLC Playbook da Anthropic.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para React Native multi-bundle + GitHub Copilot Enterprise.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"agente" nesse contexto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2984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processo em background — roda dentro do VS Code, no fluxo do dev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756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via copilot-instructions.md + Skills carregadas dinamicamente por contexto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8529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 abre com intent.md → Agente 02. O engenheiro abre com spec.md → Agente 04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Copilot agent mode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copilot-instructions.md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(sempre carregado)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skill: bbds-api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(carregada por contexto)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skill: security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(carregada por contexto)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Agente especializado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escritas para Copilot funcionam no Claude Code sem modificação — investimento portável.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intent ao monitoramento — 6 agentes, 1 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1417320"/>
            <a:ext cx="502920" cy="2331720"/>
          </a:xfrm>
          <a:prstGeom prst="roundRect">
            <a:avLst>
              <a:gd name="adj" fmla="val 21818"/>
            </a:avLst>
          </a:prstGeom>
          <a:solidFill>
            <a:srgbClr val="F0FD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" y="1417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" y="2286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intent.md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560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11430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69848" y="11887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1536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1430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30168" y="11887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Spec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1536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 + api-contract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90488" y="11887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Plan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15361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325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83880" y="1417320"/>
            <a:ext cx="502920" cy="23317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83880" y="2926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92240" y="32461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01968" y="329184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Build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6393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adapters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2461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18888" y="329184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Test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36393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+ CI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2461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035808" y="329184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Deploy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035808" y="36393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produção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120" y="32461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69848" y="3291840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Maintain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69848" y="36393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242316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286000" y="43159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542032" y="4297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 ao time — inicia o ciclo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43159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148072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Mobile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artefato serve 3 funções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14600" cy="2560320"/>
          </a:xfrm>
          <a:prstGeom prst="roundRect">
            <a:avLst>
              <a:gd name="adj" fmla="val 2909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15087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916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estruturado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para o próximo agente.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conversa de Slack,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memória humana.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2514600" cy="2560320"/>
          </a:xfrm>
          <a:prstGeom prst="roundRect">
            <a:avLst>
              <a:gd name="adj" fmla="val 290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50876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aprovação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 com o artefato é onde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humano exerce julgamento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consciente e registrado.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514600" cy="2560320"/>
          </a:xfrm>
          <a:prstGeom prst="roundRect">
            <a:avLst>
              <a:gd name="adj" fmla="val 290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5087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011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linha de código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até o intent.md —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até o card do BusinessMap.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 que esse código existe?" tem resposta objetiva.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3 camadas em paralelo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E2E8F0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2344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BusinessMap MCP, Figma, GitHub, Firebase, Journey Monitor — já existem, a esteira integra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148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148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artefatos: intent → spec → plan → código → PR → produção — cada um com gate humano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0632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copilot-instructions.md — contexto determinístico injetado por estágio, testado em evals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Loop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977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Journey Monitor → correlação → diagnóstico → intent.md de incidente (fecha o loop)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existente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novo onboarding, sem novo contrato — tudo já está disponível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474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Raciocínio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de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padronizado na organização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multi-bundle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atual da plataforma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de backlog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BusinessMap (MCP existente)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sem desenvolvimento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— fluxo preservado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quando dev mode em escala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BBDS — obrigatório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existente para novos fluxos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+ Bitrise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 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determinística de conhecimento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ADR-002: Skills curadas, não RAG sobre documentação indexada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recebe exatamente o mesmo contexto a cada execução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Auditável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versionado em git — qualquer comportamento rastreável até a skill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Testável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reproduzíveis — impossível se o contexto varia a cada run (RAG)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 /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Descoberta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Automática pelo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alguém lembra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atualiza a cada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 estar desatualizado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Versionada em 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o agente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Inacessível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exato injetado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— O pré-requisito bloqueante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contexto de plataforma, o agente gera código que viola padrões — e o review humano cancela o ganho de velocidade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— Conhecimento de Plataforma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platform-standards: convenções, arquitetura de bundle, anti-patterns documentados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OWASP mobile, secure storage, cert pinning, padrões de autenticação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em cada repo — o "README para o agente"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0b — Conhecimento BBDS (auto-gerado)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202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bbds-api: props, tipos, deprecated + migration paths — gerada via ts-morph a cada bump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bbds-ux-guidelines: quando usar / não usar cada componente (curado pelo UX)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bbds-patterns: padrões de composição de telas (curado pela plataforma)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9776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Decisão em aberto (ADR-009): o mecanismo de distribuição para muitos repos descentralizados — MCP central, pacote npm ou híbrido.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agente aprova seu próprio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calibrados ao risco: mais leves no início, mais rigorosos no deploy. Autonomia conquistada progressivamente.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21031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aprova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verifica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negocial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externo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certo? Prioridade?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+ policy owners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após flags resolvidas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Requisitos? Compliance?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Engenheiro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explícito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 viável? Riscos?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(automático)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test + lint + evals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Testes, padrões, evals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+ 1 humano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Aprovação no 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Findings? Contexto negocial?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prod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Timing? Rollback?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Triagem do intent.md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cause? Prioridade?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 backend em paralelo, sem acoplamento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ADR-011: Contratos de API + adapter pattern + feature flag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Spec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554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api-contract.md — classifica cada endpoint: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reutilizar, extensão ou novo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Build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obrigatório — interface + mock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impl + feature flag selector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Deploy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566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ServiceImpl → flag desativada →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ativo, feature oculta de usuários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14173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services/payment/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PaymentService.ts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interface (a porta)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PaymentServiceMock.ts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mock (dev)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PaymentServiceImpl.ts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real (quando backend pronto)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index.ts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← feature flag selector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importam apenas a interface — nunca o mock ou impl diretamente. Troca = mudança em 1 arquivo.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— testes para configuração de agentes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em skills são deploy no escuro — sem evals (ADR-004)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20-50 tasks por agente, baseadas em casos reais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roda automaticamente quando skill ou instrução muda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de produção viram evals permanentes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 (schema, regex) + Model-based (rubrica semântica)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task-001-onboarding/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input/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intent.md + context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expected/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spec.md + flags.json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mínimo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disso, o merge é bloqueado.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para.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definido pelo tech lead 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exige decisão consciente.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alimenta o pipeline de volta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07: correlação determinística antes da análise do Copilot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correlação (paralelo, antes do Copilot):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709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MCP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84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na tela no mesmo período?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6160" y="1709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984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recente nessa tela?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514600" cy="64008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55080" y="1709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release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842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recente do bundle?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diagnóstico: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803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provável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endpoint_error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API, avaliar rollback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crash_found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técnico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Stacktrace disponível → intent.md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commit_recent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Bisect candidate → notificar autor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correlação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Hipótese aberta → investigação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GitHub Issue (visibilidade imediata) + PR com intent.md (entrada formal no pipeline)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736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Decidido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= Copilot Enterprise — portabilidade de skills garantida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determinístico, não RAG — evals reproduzíveis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artefatos explícita — rastreabilidade completa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43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obrigatórios por agente — pass rate ≥ 85%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humanos por estágio — autonomia progressiva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para backend — mobile e backend em paralelo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aberto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02920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ADR-009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conhecimento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escala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central, pacote npm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ou arquitetura híbrida?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validação com plataforma,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segurança.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Fase 0 — a decisão precede a criação do conteúdo.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2026-09-09T14:31:20Z</dcterms:created>
  <dcterms:modified xsi:type="dcterms:W3CDTF">2026-09-09T14:31:20Z</dcterms:modified>
</cp:coreProperties>
</file>