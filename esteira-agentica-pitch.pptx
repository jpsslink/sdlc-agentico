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1" r:id="rId7"/>
    <p:sldId id="262" r:id="rId8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
<Relationship Id="rId23" Type="http://schemas.openxmlformats.org/officeDocument/2006/relationships/slide" Target="slides/slide17.xml"/>
<Relationship Id="rId24" Type="http://schemas.openxmlformats.org/officeDocument/2006/relationships/slide" Target="slides/slide18.xml"/>
<Relationship Id="rId25" Type="http://schemas.openxmlformats.org/officeDocument/2006/relationships/slide" Target="slides/slide19.xml"/>
<Relationship Id="rId26" Type="http://schemas.openxmlformats.org/officeDocument/2006/relationships/slide" Target="slides/slide20.xml"/>
<Relationship Id="rId27" Type="http://schemas.openxmlformats.org/officeDocument/2006/relationships/slide" Target="slides/slide21.xml"/>
<Relationship Id="rId28" Type="http://schemas.openxmlformats.org/officeDocument/2006/relationships/slide" Target="slides/slide22.xml"/>
<Relationship Id="rId29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contexto de plataforma injetado (MCP)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de conhecimento portável — funciona em Copilot e Claude Code sem modificação.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Contexto injetado deterministicamente,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auditável — qualquer comportamento rastreável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/ injeção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determinístico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01 — Intent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Plan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+ BusinessMap MCP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D97706"/>
                </a:solidFill>
                <a:latin typeface="Calibri"/>
              </a:rPr>
              <a:t>"Transforma um card do BusinessMap em intent.md em minutos. Força a articulação do problema antes de qualquer solução."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Card do BusinessMap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título e descrição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tipo (feature/bug/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improvement)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labels e responsável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comentários (opcional)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Busca dados do card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via BusinessMap MCP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Preenche template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intent.md completo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Sinaliza campos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incompletos para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o PO revisar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intent.md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Problema declarado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Outcome mensurável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Sistemas afetados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Perguntas abertas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Campos incompletos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listados em open_questions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9770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Product Owner — merge do PR = aprovação formal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9770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Fim das specs implícitas — o problema é declarado antes de qualquer solução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02 — Spec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Design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+ MCP (security, BBDS, standards)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7C3AED"/>
                </a:solidFill>
                <a:latin typeface="Calibri"/>
              </a:rPr>
              <a:t>"Gera spec técnica completa com políticas aplicadas durante a geração — não descobertas em revisão semanas depois."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intent.md aprovado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Protótipo Figma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(referência de telas)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Contexto MCP injetado: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security, BBDS UX,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platform-standards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Catálogo de serviços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(quando disponível)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Injeta políticas via MCP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Gera RF com critérios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aceitação verificáveis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Mapeia componentes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BBDS por tela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Classifica endpoints: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reutilizar / extensão 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novo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5. Levanta flags 🔴/🟡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RF + critérios AC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Mapeamento BBDS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Flags 🔴 bloqueantes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Flags 🟡 de risco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Endpoints classificados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Contratos de API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7C3AED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PO + Policy Owners — todas as flags 🔴 resolvidas antes do merge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7C3AED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Políticas de segurança e compliance aplicadas na geração, não descobertas no code review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03 — Plan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Planning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Plan Mode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0891B2"/>
                </a:solidFill>
                <a:latin typeface="Calibri"/>
              </a:rPr>
              <a:t>"Transforma spec.md em plano concreto: arquivos que mudam, ordem de trabalho e riscos. Nenhuma implementação começa sem plano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 aprovado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bundle (contexto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repo, padrões,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anti-patterns,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dependências)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Analisa repo em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Plan Mode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Lista arquivos que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mudam + ordem com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dependências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Planeja adapters por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endpoint do contrato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Identifica riscos 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estratégia de testes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plan.md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Arquivos criados 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modificados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Ordem de trabalho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Adapters planejados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Riscos identificados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Critérios de pronto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891B2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Engenheiro — commit do plan.md (CI bloqueia qualquer PR sem o arquivo)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891B2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Planejamento sai da cabeça do dev e entra no repositório como artefato revisável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04 — Build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Build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Edits + figma-to-code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059669"/>
                </a:solidFill>
                <a:latin typeface="Calibri"/>
              </a:rPr>
              <a:t>"Implementa o plan.md com a API correta do BBDS, validada automaticamente. Props obsoletas detectadas antes do código ser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plan.md (roteiro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sequencial)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Telas do Figma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bbds-api-reference.md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(auto-gerado em CI,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sempre atualizado)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Segue plan.md item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 item via Copilot Edits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figma-to-code cruza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cada elemento UI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contra API BBDS atual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Cria adapters com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interface + mock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(feature flag off)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Gera testes conforme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estratégia do plan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Código implementado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Adapters de backend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(interface + mock,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feature flag desligada)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Testes unitários 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integração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pronto para review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59669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CI green — testes + lint + validação BBDS automática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596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API BBDS sempre atualizada no contexto — props obsoletas detectadas antes de codar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200" b="0" i="1" dirty="0">
                <a:solidFill>
                  <a:srgbClr val="FFFFFF"/>
                </a:solidFill>
                <a:latin typeface="Calibri"/>
              </a:rPr>
              <a:t>Modo 1 — Análise de falha de CI em PRs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API + GitHub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DC2626"/>
                </a:solidFill>
                <a:latin typeface="Calibri"/>
              </a:rPr>
              <a:t>"Detecta CI em falha e posta diagnóstico + sugestão de fix diretamente no PR, em menos de 5 minutos."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Log de CI em falha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(qualquer PR do repo)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Código do PR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(git diff origin/main)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Detecta CI em falha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no PR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Analisa log + código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 PR correlacionados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Formula diagnóstico: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causa raiz + arquivo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+ linha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Posta comentário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automático no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Comentário no PR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Falha identificada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Arquivo e linha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Causa provável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Sugestão de fix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(código pronto)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Nível de confiança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Dev revisa a sugestão e decide se aplica — decisão sempre humana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Dev recebe diagnóstico em &lt; 5 min — não passa horas debugando logs de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200" b="0" i="1" dirty="0">
                <a:solidFill>
                  <a:srgbClr val="FFFFFF"/>
                </a:solidFill>
                <a:latin typeface="Calibri"/>
              </a:rPr>
              <a:t>Modo 2 — Eval Suite: CI gate de configuração dos agentes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API + eval-suite.yml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DC2626"/>
                </a:solidFill>
                <a:latin typeface="Calibri"/>
              </a:rPr>
              <a:t>"Acionado por mudanças de configuração dos agentes — não por PRs de feature. Cobre todos os 7 agentes."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Trigger: mudança em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.github/copilot-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instructions.md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agents/*/evals/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platform-knowledge/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(NÃO por PRs de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feature ou bugfix)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eval-suite.yml dispara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para todos os 7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agentes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Roda tasks de eval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cada agente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Graders code-based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+ model-based avaliam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Bloqueia merge se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pass rate &lt; threshold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Relatório por agente: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pass rate + tendência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semanal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Falhas detalhadas: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task + causa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liberado ou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bloqueado para merge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CI automático — tech lead define threshold (padrão: 85% global, 80% por agente)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Agentes têm testes como qualquer código — regressões de configuração bloqueadas em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06 — Deploy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Deploy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Copilot Code Review +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2563EB"/>
                </a:solidFill>
                <a:latin typeface="Calibri"/>
              </a:rPr>
              <a:t>"Revisa PRs automaticamente usando REVIEW.md como rubrica e spec.md como referência. O humano aprova — o Copilot executa."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PR diff (código)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spec.md + plan.md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REVIEW.md (rubrica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customizada por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bundle)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Review automático: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bugs, segurança,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conformidade com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spec.md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Verifica feature flags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 status de adapters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Reviewer humano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recebe findings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priorizados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Aprovação → Staging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→ release manager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→ Produção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Findings priorizados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(Important / Warning)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Decisão de aprovação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documentada no PR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Deploy Staging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(automático)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Deploy Produção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(release manager)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2563EB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1 aprovação humana + CI green → Staging | Release manager → Produção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2563EB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Review sistemático em &lt; 15 min — humano revisa findings, não o código linha a linha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07 — Maintain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[ Maintain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50" b="0" i="1" dirty="0">
                <a:solidFill>
                  <a:srgbClr val="FFFFFF"/>
                </a:solidFill>
                <a:latin typeface="Calibri"/>
              </a:rPr>
              <a:t>Actions (cron) + Firebase MCP + Journey API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400" b="0" i="1" dirty="0">
                <a:solidFill>
                  <a:srgbClr val="0D9488"/>
                </a:solidFill>
                <a:latin typeface="Calibri"/>
              </a:rPr>
              <a:t>"Três fontes de monitoramento convergem em diagnóstico automático. Problemas de produção re-entram no pipeline como intent.md."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Firebase Crashlytics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via Firebase MCP: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crashes + stacktraces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Journey Monitor API: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flows com queda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taxa de sucesso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bands.yaml: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thresholds por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1. Correlaciona crashes +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drops de jornada +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erros de endpoint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2. Formula hipótese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de root cause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3. Gera pacote de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diagnóstico estruturado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4. Se acionável: gera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intent.md automático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e abre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Relatório de diagnóstico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Hipótese de root cause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— Correlações entre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  fontes</a:t>
            </a:r>
          </a:p>
          <a:p>
            <a:pPr indent="0" marL="0">
              <a:buNone/>
              <a:spcBef>
                <a:spcPts val="100"/>
              </a:spcBef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• intent.md gerado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(pronto para o on-call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aprovar e entrar no</a:t>
            </a:r>
          </a:p>
          <a:p>
            <a:pPr indent="0" marL="0">
              <a:buNone/>
            </a:pPr>
            <a:r>
              <a:rPr lang="pt-BR" sz="1300" b="0" dirty="0">
                <a:solidFill>
                  <a:srgbClr val="1E293B"/>
                </a:solidFill>
                <a:latin typeface="Calibri"/>
              </a:rPr>
              <a:t>   pipeline)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D9488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On-call engineer — revisa diagnóstico e decide se aprova o intent.md gerado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1000" b="1" dirty="0">
                <a:solidFill>
                  <a:srgbClr val="0D9488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1200" b="0" dirty="0">
                <a:solidFill>
                  <a:srgbClr val="334155"/>
                </a:solidFill>
                <a:latin typeface="Calibri"/>
              </a:rPr>
              <a:t>On-call recebe hipótese estruturada, não dados brutos — e o fix entra no pipeline com rastreabilidade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