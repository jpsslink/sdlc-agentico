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\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

<file path=ppt\_rels\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\notesMasters\_rels\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\notesSlides\_rels\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\notesSlides\_rels\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\notesSlides\_rels\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\notesSlides\_rels\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\notesSlides\_rels\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\notesSlides\_rels\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\notesSlides\_rels\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\notesSlides\_rels\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\notesSlides\_rels\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\notesSlides\_rels\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\notesSlides\_rels\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\notesSlides\_rels\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\notesSlides\_rels\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\notesSlides\_rels\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\notesSlides\_rels\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Enfatizar: nenhuma ferramenta nova. A esteira roda sobre a infraestrutura que já existe. O investimento é em conhecimento (skills) e processo (artefatos), não em ferramentas.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\slides\_rels\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\slides\_rels\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\slides\_rels\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\slides\_rels\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\slides\_rels\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\slides\_rels\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\slides\_rels\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\slides\_rels\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\slides\_rels\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\slides\_rels\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\slides\_rels\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\slides\_rels\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\slides\_rels\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\slides\_rels\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Skills carregadas dinamicamente por contexto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skill: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(carregada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skill: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(carregada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escritas para Copilot funcionam no Claude Code sem modificação — investimento portável.</a:t>
            </a:r>
            <a:endParaRPr lang="en-US" sz="1100" dirty="0"/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serve 3 funções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15087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estruturado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o próximo agente.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conversa de Slack,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memória humana.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5087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aprovação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com o artefato é onde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humano exerce julgamento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 e registrado.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69480" y="15087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linha de código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rastreia até o intent.md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até o card do BusinessMap.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esse código existe?" tem resposta objetiva.</a:t>
            </a:r>
            <a:endParaRPr lang="en-US" sz="1300" dirty="0"/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— 3 camadas em paralelo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BusinessMap MCP, Figma, GitHub, Firebase, Journey Monitor — já existem, a esteira integra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148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artefatos: intent → spec → plan → código → PR → produção — cada um com gate humano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0632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copilot-instructions.md — contexto determinístico injetado por estágio, testado em evals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Loop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977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Journey Monitor → correlação → diagnóstico → intent.md de incidente (fecha o loop)</a:t>
            </a:r>
            <a:endParaRPr lang="en-US" sz="1200" dirty="0"/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existente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novo onboarding, sem novo contrato — tudo já está disponível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15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Raciocínio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de 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 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padronizado na organização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 multi-bundle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Contexto atual da plataforma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de backlog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BusinessMap (MCP existente)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sem desenvolvimento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 — fluxo preservado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quando dev mode em escala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BBDS — obrigatório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 existente para novos fluxos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+ Bitrise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Infraestrutura existente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Injeção determinística de conhecimento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ADR-002: Contexto injetado deterministicamente, não RAG sobre documentação indexada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recebe exatamente o mesmo contexto a cada execução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Auditável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auditável — qualquer comportamento rastreável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reproduzíveis — impossível se o contexto varia a cada run (RAG)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 /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/ injeção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pelo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alguém lembra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atualiza a cada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estar desatualizado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determinístico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o agente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Inacessível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exato injetado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O pré-requisito bloqueante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escrever qualquer skill, é preciso garantir que o conteúdo é correto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3898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Pré-etapa obrigatória: auditoria da documentação existente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17043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são tão confiáveis quanto o conteúdo que encodam — conteúdo incorreto distribuído de forma determinística é erro codificado com confiança.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conhecimento existe hoje: repos, wikis, Figma, cabeças de seniores. Classificar por domínio e identificar contradições.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sênior validam o que é canônico. Gaps são declarados explicitamente — ausência de conteúdo é informação válida.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7103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+ Manutenção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skill tem um responsável e um processo de atualização definidos. Sem isso, a skill não é publicada.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13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ADR-009: mecanismo de distribuição (MCP central, npm ou híbrido) — bloqueia a produção da Fase 0.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913632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754880" y="39136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ADR-012: documentação atual desatualizada — auditoria precede o bootstrap de qualquer skill.</a:t>
            </a:r>
            <a:endParaRPr lang="en-US" sz="1100" dirty="0"/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agente aprova seu próprio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calibrados ao risco: mais leves no início, mais rigorosos no deploy. Autonomia conquistada progressivamente.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aprova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negocial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certo?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+ policy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após flags resolvidas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Requisitos? Compliance?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Engenheiro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explícito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 viável? Riscos?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(automático)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test + lint +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Testes, padrões,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+ 1 humano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no GitHub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Findings? Contexto negocial?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Timing? Rollback?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do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backend em paralelo, sem acoplamento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ADR-011: Contratos de API + adapter pattern + feature flag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Spec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554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api-contract.md — classifica cada endpoint: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reutilizar, extensão ou novo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Build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obrigatório — interface +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impl + feature flag selector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Deploy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ServiceImpl → flag desativada →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ativo, feature oculta de usuários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14173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services/payment/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interface (a porta)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PaymentServiceMock.ts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mock (dev)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PaymentServiceImpl.ts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real (quando backend pronto)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feature flag selector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importam apenas a interface — nunca o mock ou impl diretamente. Troca = mudança em 1 arquivo.</a:t>
            </a:r>
            <a:endParaRPr lang="en-US" sz="1100" dirty="0"/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— testes para configuração de agentes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em skills são deploy no escuro — sem evals (ADR-004)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tasks por agente, baseadas em casos reais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roda automaticamente quando skill ou instrução muda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de produção viram evals permanentes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(schema, regex) + Model-based (rubrica semântica)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task-001-onboarding/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intent.md +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expected/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spec.md + flags.json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371600"/>
            <a:ext cx="365760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mínimo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disso, o merge é bloqueado.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para.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definido pelo tech lead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exige decisão consciente.</a:t>
            </a:r>
            <a:endParaRPr lang="en-US" sz="1100" dirty="0"/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