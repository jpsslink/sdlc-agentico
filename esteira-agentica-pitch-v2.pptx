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100584" cy="100584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502920"/>
            <a:ext cx="100584" cy="100584"/>
          </a:xfrm>
          <a:prstGeom prst="rect">
            <a:avLst/>
          </a:prstGeom>
          <a:solidFill>
            <a:srgbClr val="1D3A6B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" y="502920"/>
            <a:ext cx="100584" cy="100584"/>
          </a:xfrm>
          <a:prstGeom prst="rect">
            <a:avLst/>
          </a:prstGeom>
          <a:solidFill>
            <a:srgbClr val="0F22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Esteira Agêntica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SDLC Mobile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 para GitHub Copilot Enterprise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3840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MOBILE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931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2026  ·  Versão 1.0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gap está crescendo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“Times com IA estruturada entregam mais, com menos bugs, em menos tempo”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9748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69748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 individual não escala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402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ferramentas de IA. "Cada um usa do seu jeito" não se converte em vantagem organizacional.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280160"/>
            <a:ext cx="269748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280160"/>
            <a:ext cx="269748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47288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Copilot Enterprise já está contratado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2402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que adoção pontual não gera ganho de escala. O que falta é estrutura: artefatos padronizados, contexto determinístico, gates automáticos, métricas.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280160"/>
            <a:ext cx="269748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280160"/>
            <a:ext cx="269748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0216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182880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 esteira é essa estrutura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0216" y="224028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versionados em git, contexto injetado deterministicamente, gates humanos em cada estágio, métricas de saúde dos agentes.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09728" cy="10972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365760"/>
            <a:ext cx="109728" cy="109728"/>
          </a:xfrm>
          <a:prstGeom prst="rect">
            <a:avLst/>
          </a:prstGeom>
          <a:solidFill>
            <a:srgbClr val="1D3A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6858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esteira onde cada estágio tem</a:t>
            </a:r>
            <a:endParaRPr lang="en-US" sz="2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especializado, rodando no</a:t>
            </a:r>
            <a:endParaRPr lang="en-US" sz="2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que já temos, gerenciando</a:t>
            </a:r>
            <a:endParaRPr lang="en-US" sz="2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artefatos versionados em git.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4360" y="2907792"/>
            <a:ext cx="45720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9992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AI-native SDLC Playbook da Anthropic.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para React Native multi-bundle + GitHub Copilot Enterprise.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implementar a esteira: o que precisa mudar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“Implementar uma esteira agêntica não é só uma mudança técnica — é uma mudança de processo, cultura e como o time opera”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4069080" cy="1645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099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guidelines e regras obrigatórias precisam estar corretos e atualizados. A esteira os codifica como verdade — erros escalam automaticamente.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4069080" cy="1645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099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desenvolvimento precisa ser redesenhado para incorporar IA em cada estágio: planejamento, implementação, revisão e deploy.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4069080" cy="1645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72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6557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precisa operar diferente — não só usar novas ferramentas. Novos papéis, novos artefatos, novas responsabilidades em cada estágio.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081528"/>
            <a:ext cx="4069080" cy="1645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172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46557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parceiro do processo, não automação pontual. A mudança de mentalidade é o principal fator de sucesso ou fracasso da adoção.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identificamos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046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uma revisão ampla do processo, identificamos 4 mudanças fundacionais. Sem elas, a esteira não será efetiva.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25296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16736"/>
            <a:ext cx="1984248" cy="3337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4475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e Validação da Base de Conhecimento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que os agentes injetam como contexto é correto e atualizado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1316736"/>
            <a:ext cx="1984248" cy="3337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78608" y="144475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01168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Distribuição de Conhecimento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78892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como o contexto chega aos agentes de forma determinística e governada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71416" y="1316736"/>
            <a:ext cx="1984248" cy="3337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144475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201168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BBDS como Infraestrutura Auto-gerada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278892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CI mantém a referência da API do BBDS sempre sincronizada com a versão instalada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01384" y="1316736"/>
            <a:ext cx="1984248" cy="3337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38544" y="1444752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E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638544" y="201168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de API de Backend e Adapter Pattern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38544" y="278892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contratos e padronizar o padrão de isolamento entre frontend e backend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691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4 pontos não esgotam a análise — uma revisão mais ampla do processo precisa ser conduzida.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e Validação da Base de Conhecimento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“Conhecimento incorreto distribuído deterministicamente é um erro codificado com confiança — escalado em cada PR”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conhecimento centralizada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Provavelmente incompleta e desatualizada em partes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distinção clara entre norma obrigatória e sugestão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processo de manutenção ativo e ownership definido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PRÉ-REQUISITO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injetam o conhecimento como contexto determinístico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na documentação → reproduzido em cada PR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erro humano ocasional → 1 erro automático sistemático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não distingue norma de preferência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SE NÃO RESOLVIDO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produzem output errado com alta confiança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silencioso no code review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nos agentes deteriora rapidamente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compliance difíceis de rastrear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796028"/>
            <a:ext cx="8321040" cy="2743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8326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deve ser concluída antes de qualquer agente ser ativado (Fase 0-A, 0-B, 0-C)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Distribuição de Conhecimento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“Sem arquitetura definida, o Copilot recebe contexto inconsistente — outputs variam por squad, por dev, por execução”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acessa conhecimento diferente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sem contexto padronizado entre projetos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em regras não propagam automaticamente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mecanismo de enforcement centralizado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PRÉ-REQUISITO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precisam de contexto determinístico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distribuição centralizada: evals não reproduzíveis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requer auditabilidade da injeção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ADR-009 decide: MCP Server Centralizado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SE NÃO RESOLVIDO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inconsistentes entre squads e repos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falham por variação de contexto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não garantido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manutenção de conhecimento cresce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796028"/>
            <a:ext cx="8321040" cy="2743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483260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arquitetura definida antes da criação de qualquer conteúdo de conhecimento (ADR-009)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BBDS como Infraestrutura Auto-gerada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“API do BBDS documentada manualmente e desatualizada — o Agente 04 usa props que podem não existir mais”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 BBDS documentada manualmente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Provavelmente desatualizada vs. versão instalada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(e agente) não sabe quais props existem hoje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@deprecated sem migration path visível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PRÉ-REQUISITO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(Build) constrói UI usando a API do BBDS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desatualizada → props obsoletas no código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silencioso até o CI falhar ou PR ser revisado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auto-geração: problema é permanente e recorrente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SE NÃO RESOLVIDO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produz código com props deprecadas sistematicamente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verifica BBDS manualmente em cada PR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Regressões de UI invisíveis até teste de integração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de API de Backend e Adapter Pattern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“Sem contrato formal, o Agente 02 não consegue classificar endpoints — e o frontend permanece acoplado ao backend”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backend direta, sem contrato formal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API quebram o frontend sem aviso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isolamento: mudança de backend → mudança simultânea no frontend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não padronizado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PRÉ-REQUISITO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23697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02 (Spec) classifica endpoints antes de qualquer código — sem contrato, não consegue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é requisito dos Agentes 04 e 06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dependem do padrão de adapter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1280160"/>
            <a:ext cx="2651760" cy="35158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34456" y="13898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SE NÃO RESOLVIDO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1591056"/>
            <a:ext cx="239572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02 gera spec incompleta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não sabe como isolar mudanças de backend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 backend acoplados: paralelo impossível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não funcionam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011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spc="150" kern="0" dirty="0">
                <a:solidFill>
                  <a:srgbClr val="7A9D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intent ao monitoramento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206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agentes, 1 loop contínuo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841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estágio alimenta o próximo — o Agente 07 fecha o loop.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26187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DE6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2618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12664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→ intent.md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170992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17099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17145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 → spec.md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215798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157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21625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→ plan.md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260604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26060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6106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→ código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971800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30540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0586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em CI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419856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350215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35021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35067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produção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3867912"/>
            <a:ext cx="4206240" cy="7315"/>
          </a:xfrm>
          <a:prstGeom prst="rect">
            <a:avLst/>
          </a:prstGeom>
          <a:solidFill>
            <a:srgbClr val="1D325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2920" y="39502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A7F3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39547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→ intent.md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148072" y="731520"/>
            <a:ext cx="3694176" cy="3694176"/>
          </a:xfrm>
          <a:prstGeom prst="ellipse">
            <a:avLst/>
          </a:prstGeom>
          <a:ln w="6350">
            <a:solidFill>
              <a:srgbClr val="1D32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542857">
            <a:off x="7300530" y="1348149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6" name="Shape 34"/>
          <p:cNvSpPr/>
          <p:nvPr/>
        </p:nvSpPr>
        <p:spPr>
          <a:xfrm rot="6942857">
            <a:off x="7777145" y="1445421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37" name="Shape 35"/>
          <p:cNvSpPr/>
          <p:nvPr/>
        </p:nvSpPr>
        <p:spPr>
          <a:xfrm rot="4628571">
            <a:off x="8044958" y="2235816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8" name="Shape 36"/>
          <p:cNvSpPr/>
          <p:nvPr/>
        </p:nvSpPr>
        <p:spPr>
          <a:xfrm rot="10028571">
            <a:off x="8305129" y="2505696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39" name="Shape 37"/>
          <p:cNvSpPr/>
          <p:nvPr/>
        </p:nvSpPr>
        <p:spPr>
          <a:xfrm rot="7714286">
            <a:off x="7815095" y="3371284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0" name="Shape 38"/>
          <p:cNvSpPr/>
          <p:nvPr/>
        </p:nvSpPr>
        <p:spPr>
          <a:xfrm rot="13114286">
            <a:off x="7805367" y="3579561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1" name="Shape 39"/>
          <p:cNvSpPr/>
          <p:nvPr/>
        </p:nvSpPr>
        <p:spPr>
          <a:xfrm rot="10800000">
            <a:off x="6784033" y="3899522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2" name="Shape 40"/>
          <p:cNvSpPr/>
          <p:nvPr/>
        </p:nvSpPr>
        <p:spPr>
          <a:xfrm rot="16200000">
            <a:off x="6654188" y="3858374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3" name="Shape 41"/>
          <p:cNvSpPr/>
          <p:nvPr/>
        </p:nvSpPr>
        <p:spPr>
          <a:xfrm rot="-7714286">
            <a:off x="5728182" y="3422757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4" name="Shape 42"/>
          <p:cNvSpPr/>
          <p:nvPr/>
        </p:nvSpPr>
        <p:spPr>
          <a:xfrm rot="-2314286">
            <a:off x="5718454" y="3132184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5" name="Shape 43"/>
          <p:cNvSpPr/>
          <p:nvPr/>
        </p:nvSpPr>
        <p:spPr>
          <a:xfrm rot="-4628571">
            <a:off x="5442621" y="2300002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6" name="Shape 44"/>
          <p:cNvSpPr/>
          <p:nvPr/>
        </p:nvSpPr>
        <p:spPr>
          <a:xfrm rot="771429">
            <a:off x="5702793" y="1947826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7" name="Shape 45"/>
          <p:cNvSpPr/>
          <p:nvPr/>
        </p:nvSpPr>
        <p:spPr>
          <a:xfrm rot="-1542857">
            <a:off x="6142381" y="1376714"/>
            <a:ext cx="488091" cy="27432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48" name="Shape 46"/>
          <p:cNvSpPr/>
          <p:nvPr/>
        </p:nvSpPr>
        <p:spPr>
          <a:xfrm rot="3857143">
            <a:off x="6618996" y="1197146"/>
            <a:ext cx="109728" cy="109728"/>
          </a:xfrm>
          <a:prstGeom prst="triangle">
            <a:avLst/>
          </a:prstGeom>
          <a:solidFill>
            <a:srgbClr val="3730A3"/>
          </a:solidFill>
          <a:ln/>
        </p:spPr>
      </p:sp>
      <p:sp>
        <p:nvSpPr>
          <p:cNvPr id="49" name="Shape 47"/>
          <p:cNvSpPr/>
          <p:nvPr/>
        </p:nvSpPr>
        <p:spPr>
          <a:xfrm>
            <a:off x="6675120" y="777240"/>
            <a:ext cx="640080" cy="64008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75120" y="777240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1058875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833269" y="1334975"/>
            <a:ext cx="640080" cy="640080"/>
          </a:xfrm>
          <a:prstGeom prst="ellipse">
            <a:avLst/>
          </a:prstGeom>
          <a:solidFill>
            <a:srgbClr val="1D3250"/>
          </a:solidFill>
          <a:ln w="12700">
            <a:solidFill>
              <a:srgbClr val="1D325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33269" y="1334975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833269" y="1616610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119308" y="2588194"/>
            <a:ext cx="640080" cy="640080"/>
          </a:xfrm>
          <a:prstGeom prst="ellipse">
            <a:avLst/>
          </a:prstGeom>
          <a:solidFill>
            <a:srgbClr val="1D3250"/>
          </a:solidFill>
          <a:ln w="12700">
            <a:solidFill>
              <a:srgbClr val="1D325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119308" y="2588194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119308" y="2869830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17844" y="3593198"/>
            <a:ext cx="640080" cy="640080"/>
          </a:xfrm>
          <a:prstGeom prst="ellipse">
            <a:avLst/>
          </a:prstGeom>
          <a:solidFill>
            <a:srgbClr val="1D3250"/>
          </a:solidFill>
          <a:ln w="12700">
            <a:solidFill>
              <a:srgbClr val="1D325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17844" y="3593198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317844" y="3874834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32396" y="3593198"/>
            <a:ext cx="640080" cy="640080"/>
          </a:xfrm>
          <a:prstGeom prst="ellipse">
            <a:avLst/>
          </a:prstGeom>
          <a:solidFill>
            <a:srgbClr val="1D3250"/>
          </a:solidFill>
          <a:ln w="12700">
            <a:solidFill>
              <a:srgbClr val="1D325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32396" y="3593198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032396" y="3874834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230932" y="2588194"/>
            <a:ext cx="640080" cy="640080"/>
          </a:xfrm>
          <a:prstGeom prst="ellipse">
            <a:avLst/>
          </a:prstGeom>
          <a:solidFill>
            <a:srgbClr val="1D3250"/>
          </a:solidFill>
          <a:ln w="12700">
            <a:solidFill>
              <a:srgbClr val="1D325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230932" y="2588194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230932" y="2869830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516971" y="1334975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516971" y="1334975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516971" y="1616610"/>
            <a:ext cx="64008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01968" y="2185416"/>
            <a:ext cx="786384" cy="786384"/>
          </a:xfrm>
          <a:prstGeom prst="ellipse">
            <a:avLst/>
          </a:prstGeom>
          <a:solidFill>
            <a:srgbClr val="3730A3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601968" y="2264054"/>
            <a:ext cx="786384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6601968" y="2499970"/>
            <a:ext cx="786384" cy="251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6601968" y="2751612"/>
            <a:ext cx="786384" cy="204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Claude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"agente" nesse contexto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processo em background — roda dentro do VS Code, no fluxo do dev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749040" cy="3429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[Copilot agent mode]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38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copilot-instructions.md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(sempre carregado)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MCP: bbds-api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61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(consultado por contexto)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MCP: firebase, security…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284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(consultado por contexto)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Agente especializado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1188720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Instruções via copilot-instructions.md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16276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plataforma injetado por MCP — determinístico, versionado.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2359152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3712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 abre com intent.md → Agente 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27980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engenheiro abre com spec.md → Agente 04.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0" y="3529584"/>
            <a:ext cx="4297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5371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de conhecimento portável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39684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Copilot e Claude Code sem modificação.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01 — Intent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BusinessMap MCP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“Transforma um card do BusinessMap em intent.md em minutos. Força a articulação do problema antes de qualquer solução.”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do BusinessMap (título, descrição, tipo, labels, responsável)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do card (opcional)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Busca dados do card via BusinessMap MCP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Preenche template intent.md completo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Sinaliza campos incompletos para o PO revisar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Problema declarado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Outcome mensurável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Sistemas afetados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Perguntas abertas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incompletos listados em open_questions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— merge do PR = aprovação formal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das specs implícitas — o problema é declarado antes de qualquer solução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02 — Spec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MCP (security, BBDS, standards)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“Gera spec técnica completa com políticas aplicadas durante a geração — não descobertas em revisão semanas depois.”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 aprovado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Figma (referência de telas)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MCP: security, BBDS UX, platform-standards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serviços (quando disponível)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Injeta políticas via MCP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Gera RF com critérios de aceitação verificáveis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Mapeia componentes BBDS por tela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Classifica endpoints: reutilizar / extensão / novo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Levanta flags 🔴 bloqueantes e 🟡 de risco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(RF + critérios AC + Mapeamento BBDS + Flags)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api-contract.md (endpoints classificados + contratos de API)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Policy Owners — todas as flags 🔴 resolvidas antes do merge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segurança e compliance aplicadas na geração, não descobertas no code review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03 — Plan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Plan Mode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“Transforma spec.md em plano concreto: arquivos que mudam, ordem de trabalho e riscos. Nenhuma implementação começa sem plano escrito.”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aprovado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api-contract.md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do bundle (contexto do repo, padrões, anti-patterns, dependências)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Analisa repo em Plan Mode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Lista arquivos que mudam + ordem com dependências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Planeja adapters por endpoint do contrato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Identifica riscos e estratégia de testes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Arquivos criados / modificados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Ordem de trabalho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Adapters planejados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Riscos identificados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Critérios de pronto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— commit do plan.md (CI bloqueia qualquer PR sem o arquivo)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sai da cabeça do dev e entra no repositório como artefato revisável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04 — Build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Edits + figma-to-code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“Implementa o plan.md com a API correta do BBDS, validada automaticamente. Props obsoletas detectadas antes do código ser escrito.”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(roteiro sequencial)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 Figma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api-contract.md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bbds-api-reference.md (auto-gerado em CI, sempre atualizado)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Segue plan.md item a item via Copilot Edits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figma-to-code cruza cada elemento UI contra API BBDS atual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Cria adapters com interface + mock (feature flag off)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Gera testes conforme estratégia do plan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implementado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de backend (interface + mock, feature flag desligada)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e de integração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pronto para review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green — testes + lint + validação BBDS automática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BBDS sempre atualizada no contexto — props obsoletas detectadas antes de codar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05 — Test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API + GitHub Actions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“Detecta CI em falha e posta diagnóstico + sugestão de fix diretamente no PR, em menos de 5 minutos.”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CI em falha (qualquer PR do repo)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do PR (git diff origin/main)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do bundle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Detecta CI em falha no PR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Analisa log + código do PR correlacionados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Formula diagnóstico: causa raiz + arquivo + linha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Posta comentário automático no PR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 no PR com: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Falha identificada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Arquivo e linha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Causa provável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Sugestão de fix (código pronto)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Nível de confiança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revisa a sugestão e decide se aplica — decisão sempre humana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recebe diagnóstico em &lt; 5 min — não passa horas debugando logs de CI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05 — Eval Suite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API + eval-suite.yml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“Acionado por mudanças de configuração dos agentes — não por PRs de feature. Cobre todos os agentes ativos (02–07).”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em copilot-instructions.md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em agents/*/evals/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em platform-knowledge/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por PRs de feature ou bugfix)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eval-suite.yml dispara para todos os agentes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Roda tasks de eval de cada agente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Graders code-based + model-based avaliam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Bloqueia merge se pass rate &lt; threshold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por agente: pass rate + tendência semanal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detalhadas: task + causa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liberado ou bloqueado para merge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automático — tech lead define threshold (padrão: 85% global, 80% por agente)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têm testes como qualquer código — regressões de configuração bloqueadas em CI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06 — Deploy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Code Review + Actions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“Revisa PRs automaticamente usando REVIEW.md como rubrica e spec.md/plan.md como referência. O humano aprova — o Copilot executa.”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diff (código)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 + plan.md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api-contract.md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REVIEW.md (rubrica customizada por bundle)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automático: bugs, segurança, conformidade com spec.md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Verifica feature flags e status de adapters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Reviewer humano recebe findings priorizados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Aprovação → Staging → release manager → Produção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priorizados (Important / Warning)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aprovação documentada no PR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 (automático)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Produção (release manager)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aprovação humana + CI green → Staging  |  Release manager → Produção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sistemático em &lt; 15 min — humano revisa findings, não o código linha a linha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82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82296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07 — Maintain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(cron) + Firebase MCP + Journey API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66751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“Três fontes de monitoramento convergem em diagnóstico automático. Incidentes re-entram no pipeline como intent.md.”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8412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5742432" y="1078992"/>
            <a:ext cx="10973" cy="371703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1078992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1261872"/>
            <a:ext cx="2514600" cy="1858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Crashlytics via Firebase MCP (crashes + stacktraces desminificados)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Monitor API (flows com queda de taxa de sucesso)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semanal de dívida técnica (ServiceMock sem ServiceImpl)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55798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3138678"/>
            <a:ext cx="2514600" cy="170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Correlaciona crashes + drops de jornada + erros de endpoint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Árvore de diagnóstico: endpoint→backend / crash novo→bug / commit recente→regressão</a:t>
            </a:r>
            <a:endParaRPr lang="en-US" sz="10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Gera intent.md se acionável e abre PR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07899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1261872"/>
            <a:ext cx="2697480" cy="303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diagnóstico (hipótese de root cause + correlações)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 gerado (pronto para o on-call aprovar)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de dívida de 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99232" y="4229100"/>
            <a:ext cx="2697480" cy="530352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26567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4430268"/>
            <a:ext cx="2496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 — revisa diagnóstico e decide se aprova o intent.md gerado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815584" y="1078992"/>
            <a:ext cx="2944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15584" y="1261872"/>
            <a:ext cx="2944368" cy="3515868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52744" y="1399032"/>
            <a:ext cx="2670048" cy="330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recebe hipótese estruturada, não dados brutos — e o fix entra no pipeline com rastreabilidade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artefato serve 3 funções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“Cada artefato é ao mesmo tempo memória, gate de aprovação e rastreabilidade — não apenas entrega”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INPUT ESTRUTURADO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1728216"/>
            <a:ext cx="251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determinístico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recebe exatamente o mesmo contexto a cada execução. Não conversa de Slack, não memória humana. O agente recebe exatamente o que está no artefato, a cada execução.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51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31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GATE DE APROVAÇÃO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313176" y="1728216"/>
            <a:ext cx="251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Julgamento humano registrado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131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 com o artefato é onde o humano exerce julgamento consciente e registrado. Não aprovação implícita. Merge = decisão formal, auditável e rastreável.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45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325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RASTREABILIDADE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132576" y="1728216"/>
            <a:ext cx="251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Cadeia inquebrável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325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linha de código rastreia até o intent.md — e até o card do BusinessMap. "Por que esse código existe?" tem resposta objetiva. Incidentes rastreiam até a decisão original.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— 4 camadas em paralelo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“Sistemas externos existem. O pipeline SDLC os conecta. A infra de conhecimento os calibra. O monitor fecha o loop.”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36576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389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BusinessMap MCP, Figma, GitHub, Firebase, Journey Monitor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63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existem, a esteira integra sem substituir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8229600" cy="68580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48256"/>
            <a:ext cx="36576" cy="68580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13969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SDLC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322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artefatos: intent → spec → plan → código → PR → produção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com gate humano obrigatório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685800"/>
          </a:xfrm>
          <a:prstGeom prst="rect">
            <a:avLst/>
          </a:prstGeom>
          <a:solidFill>
            <a:srgbClr val="F0FDFA"/>
          </a:solidFill>
          <a:ln w="9525">
            <a:solidFill>
              <a:srgbClr val="99E6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98064"/>
            <a:ext cx="36576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28895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DE CONHECIMENTO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copilot-instructions.md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9626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determinístico injetado por estágio, testado em evals antes de entrar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47872"/>
            <a:ext cx="36576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639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LOOP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Journey Monitor → correlação → diagnóstico → intent.md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7124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07 fecha o loop — incidentes entram no pipeline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691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esteira não substitui nenhum sistema — integra e coordena o que já existe, adicionando contexto, gates e rastreabilidade.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agente aprova seu próprio output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“Gates calibrados ao risco: mais leves no início, mais rigorosos no deploy. Autonomia conquistada progressivamente.”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37490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131673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316736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APROVA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224528" y="1316736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1316736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VERIFICA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655064"/>
            <a:ext cx="8229600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69164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intent.md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58568" y="169164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negocial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1691640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externo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47688" y="1691640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certo? Prioridade?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029968"/>
            <a:ext cx="82296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06654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spec.md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258568" y="2066544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+ policy owners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224528" y="206654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após flags resolvidas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066544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Requisitos? Compliance?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404872"/>
            <a:ext cx="8229600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441448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258568" y="244144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224528" y="244144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explícito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2441448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viável? Riscos?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779776"/>
            <a:ext cx="82296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2816352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258568" y="2816352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(automático)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224528" y="2816352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+ lint + evals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647688" y="2816352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padrões, evals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154680"/>
            <a:ext cx="8229600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3191256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258568" y="3191256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+ 1 humano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224528" y="3191256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no GitHub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647688" y="3191256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Findings? Contexto negocial?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529584"/>
            <a:ext cx="82296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3566160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58568" y="3566160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manager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224528" y="3566160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protection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647688" y="3566160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Timing? Rollback?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904488"/>
            <a:ext cx="8229600" cy="374904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394106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258568" y="3941064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224528" y="3941064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do intent.md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647688" y="3941064"/>
            <a:ext cx="2066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cause? Prioridade?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não é ausência de humanos — é humanos focados onde seu julgamento é insubstituível.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— testes para configuração de agentes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“Mudanças em skills/agents são deploy no escuro — sem evals”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4023360" cy="3493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8988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8191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tasks por agente, baseadas em casos reais do projeto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roda automaticamente quando skill, instrução ou config muda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produção viram evals permanentes — não se repetem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Code-based + Model-based: schema/regex + rubrica semântica de qualidade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36499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UMA TASK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547872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task-001-onboarding/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input/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intent.md + context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expected/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spec.md + flags.json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261872"/>
            <a:ext cx="4041648" cy="3493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91456" y="138988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2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rate mínimo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disso o merge é bloqueado.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definido pelo tech lead.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são o contrato de qualidade dos agentes — reduzir o threshold exige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consciente, não confiança cega.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medimos o sucesso da esteira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“Leading: saúde em tempo real — Lagging: impacto real no processo”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2633472" cy="34244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37160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— POR AGENTE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572768"/>
            <a:ext cx="2377440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Schema válido &gt; 95% · &lt; 2 iterações por PR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Tempo intent→spec &lt; 1 dia · 20–40% com flags 🔴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Gerado em &lt; 2h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CI first-pass &gt; 80%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1.º review auto &lt; 15 min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Maintain: Detecção → intent P95 &lt; 30 min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Evals: Pass rate global ≥ 85% · por agente ≥ 80%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261872"/>
            <a:ext cx="2633472" cy="34244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82696" y="137160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— PROCESSO GERAL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282696" y="1572768"/>
            <a:ext cx="2377440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pós-build &lt; 10%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plan/diff &lt; 20%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BBDS em prod &lt; 2% das issues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Regressões em CI &gt; 90% vs. produção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incidents -50% em 6 meses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revisados pós-spec &lt; 10%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261872"/>
            <a:ext cx="2633472" cy="34244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0176" y="137160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/ PROCESSO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1572768"/>
            <a:ext cx="2377440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for Changes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Restore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quinzenal com o tech lead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automática via CI e GitHub Actions — sem overhead manual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loop de melhoria contínua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esteira aprende com cada incidente, cada review e cada falha de CI — ficando melhor com o tempo”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→ FIX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detecta crash ou queda de jornada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07 correlaciona sinais e formula hipótese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com intent.md gerado automaticamente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aprova → entra no pipeline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entregue e rastreado até o incidente original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51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31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→ EVAL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131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chega à produção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identifica onde deveria ter sido capturado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 eval criada para o agente correspondente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fica na suite permanentemente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PR similar é bloqueado em CI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45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5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→ PREVENÇÃO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1325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detecta padrão problemático no review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identificado como recorrente (2+ ocorrências)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adicionado ao copilot-instructions.md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para de gerar o padrão ruim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em todo PR subsequente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Auditoria da Base de Conhecimento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“Sem auditoria, a esteira distribui erros com confiança — um problema humano vira problema sistêmico”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0-A — INVENTÁRIO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onde o conhecimento existe hoje: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 e READMEs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Wikis e docs internas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 e protótipos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Cabeças dos seniores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por domínio: arquitetura, guidelines de UI, regras obrigatórias, padrões de código.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contradições e lacunas explicitamente.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51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31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0-B — VALIDAÇÃO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131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Engenheiros sênior validam o que é canônico.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são declarados explicitamente — ausência de conteúdo é informação válida.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validado: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 norma obrigatória?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 sugestão?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Está desatualizado?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 exceções?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45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5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0-C — OWNERSHIP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1325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conhecimento tem um responsável e processo de atualização definidos.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atualização: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Regras obrigatórias: 1 sprint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Guidelines: 1 mês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Arquitetura: por release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trimestral programada — não quando alguém lembra.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Injeção determinística de conhecimento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“Contexto injetado deterministicamente, não RAG sobre documentação indexada”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recebe exatamente o mesmo contexto a cada execução.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Resultado de busca RAG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Ranking de embeddings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Momento da indexação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são versionadas como código — qualquer mudança é rastreável e revisável.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51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31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131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comportamento do agente é rastreável ao contexto injetado.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RAG: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Descoberta manual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Atualização dependente de alguém lembrar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injeção: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Automática pelo Copilot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 atualiza a cada release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Conteúdo exato injetado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45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5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TESTÁVEL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1325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são reproduzíveis porque o contexto não varia.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contexto varia (RAG), a mesma task pode passar hoje e falhar amanhã sem nenhuma mudança explícita.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 é requisito para evals confiáveis — e evals são o contrato de qualidade dos agentes.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BBDS como Infraestrutura Auto-gerada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“Pipeline de CI extrai a API do BBDS automaticamente — sempre sincronizado com a versão instalada”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ATUAL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Documentação manual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Desatualizada em relação à versão instalada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@deprecated sem migration path visível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usa props erradas sem perceber.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props obsoletas no código, bug silencioso até CI ou code review, problema recorrente em cada update do BBDS.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51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31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RESOLVER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3131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ts-morph extrai props, tipos, defaults e @deprecated de @bbds/components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 publica bbds-api-reference.md a cada nova versão instalada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SLA: &lt; 30 min após release do BBDS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Disponível via MCP para injeção nos agentes ativos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4560" y="1417320"/>
            <a:ext cx="2773680" cy="34061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32576" y="1527048"/>
            <a:ext cx="251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RESOLVE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132576" y="2039112"/>
            <a:ext cx="2517648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Agente 04 sempre usa API atual do BBDS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Props @deprecated detectadas antes de qualquer linha de código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Migration paths disponíveis automaticamente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Desatualização vira impossível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figma-to-code cruza Figma contra referência sempre atualizada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Proposta: Contratos de API e Adapter Pattern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“Contrato formal classifica cada endpoint — adapter pattern isola frontend do backend”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61872"/>
            <a:ext cx="420624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ESTÁGIOS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6367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02 (Spec)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8653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api-contract.md — classifica cada endpoint como: reutilizar, extensão ou novo. Ocorre antes de qualquer código.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2615184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6791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04 (Build)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907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obrigatório — interface + mock + impl + feature flag selector. Frontend nunca chama backend diretamente.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3721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06 (Deploy)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9502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ServiceImpl? Flag desativada → mock ativo, feature oculta de usuários. Backend pode ser entregue depois.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1261872"/>
            <a:ext cx="3858768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74336" y="137160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ADAPTER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974336" y="1572768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services/payment/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PaymentService.ts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← interface (a porta)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PaymentServiceMock.ts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← mock (dev/CI)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PaymentServiceImpl.ts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← real (quando pronto)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index.ts</a:t>
            </a:r>
            <a:endParaRPr lang="en-US" sz="9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← feature flag selector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974336" y="38587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importam apenas a interface — nunca o mock ou impl diretamente.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backend = mudança em 1 arquivo (index.ts).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hoje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de desenvolvimento atual — antes da esteira agêntica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4023360" cy="3611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9844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ATUAL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087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todas as definições ficam registradas e o nível de detalhe do refinamento nem sempre é o ideal.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585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22585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dev acessa documentação de forma diferente; sem padronização do que o Copilot sabe ao abrir o projeto.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0083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humano parcial — sem critérios formais, sem referência à spec, sem detecção automática de conformidade.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581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375818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reativos, diagnóstico manual — contexto acumulado por seniores, não por sistema.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1188720"/>
            <a:ext cx="4041648" cy="3611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1456" y="129844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CONSEQUÊNCIAS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791456" y="15087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fica na cabeça dos seniores — difícil de transferir e escalar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do Copilot pontual — cada dev usa do seu jeito, sem ganho de escala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de produção difíceis de rastrear até a causa — contexto perdido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Revisões inconsistentes — qualidade depende do reviewer disponível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métricas do processo — impossível saber o que melhorar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e implementação divergem silenciosamente durante o desenvolvimento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precisa ser decidido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apresentado é uma proposta — estas são as decisões que precisam ser tomadas para começar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150876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36576" cy="150876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618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DECISÃO BLOQUEANTE — ADR-009: Arquitetura de Distribuição de Conhecimento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361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arquitetura para distribuir conhecimento em escala para todos os repos?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7393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Centralizado (modelo Stripe) — zero drift, auditabilidade total, requer nova infraestrutura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npm versionado (modelo Shopify) — drift explícito via Dependabot, sem enforcement técnico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híbrida em 3 camadas — recomendada no ADR-009, mas requer validação com segurança e arquitetura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163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DECISÕES PENDENTES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999232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para ADR-009: segurança (onde o MCP server fica), arquitetura (infraestrutura), times (aceitação e adoção)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runner: infraestrutura de CI para rodar a eval suite (GitHub Actions runners + Copilot API non-interactive)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dev mode: acesso ao dev mode para a skill figma-to-code funcionar com a API completa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catálogo de serviços de backend: disponibilizar endpoints para classificação pelo Agente 02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implementação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progressiva — cada fase entrega valor e habilita a próxima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07008"/>
            <a:ext cx="2651760" cy="34747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07008"/>
            <a:ext cx="2651760" cy="36576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316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ADR-009 (arquitetura de distribuição de conhecimento)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da base de conhecimento existente (Fases 0-A, 0-B, 0-C)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de conhecimento em platform-knowledge/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BBDS auto-gerado (bbds-api-reference.md em CI)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 documentado e validado em 1 feature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51760" cy="347472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207008"/>
            <a:ext cx="2651760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37560" y="1316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02–07 ativados progressivamente, começando pelo bundle com maior volume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mínimos por agente (≥ 15 tasks)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humanos configurados por estágio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KPIs coletados e revisados com o tech lead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207008"/>
            <a:ext cx="2651760" cy="347472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207008"/>
            <a:ext cx="26517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1316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Centralizado (pós ADR-009 + validações)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maduros por agente (≥ 30 tasks, pass rate ≥ 85%)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todos os bundles ativos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knowledge: owners, SLAs, revisão trimestral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melhoria contínua operacional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5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138160" y="48691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 progressiva — os 4 níveis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legados não entram na esteira completa de uma vez — priorização por volume de mudanças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07008"/>
            <a:ext cx="1984248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07008"/>
            <a:ext cx="1984248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" y="1316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0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1536192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customização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1208" y="1892808"/>
            <a:ext cx="1764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padrão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copilot-instructions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evals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artefatos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atual da maioria dos repos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41448" y="1207008"/>
            <a:ext cx="1984248" cy="347472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1207008"/>
            <a:ext cx="1984248" cy="36576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51176" y="1316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551176" y="1536192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mínimo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551176" y="1892808"/>
            <a:ext cx="1764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básico no repo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evals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opcionais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Priorizar: bundles com maior volume de mudanças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60 dias após início da Fase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1416" y="1207008"/>
            <a:ext cx="1984248" cy="3474720"/>
          </a:xfrm>
          <a:prstGeom prst="rect">
            <a:avLst/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1207008"/>
            <a:ext cx="1984248" cy="36576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81144" y="1316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1536192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mínimos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1892808"/>
            <a:ext cx="1764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completo e validado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15 tasks por agente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configurados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coletados · Pass rate ≥ 70%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90 dias após início da Fase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01384" y="1207008"/>
            <a:ext cx="1984248" cy="3474720"/>
          </a:xfrm>
          <a:prstGeom prst="rect">
            <a:avLst/>
          </a:prstGeom>
          <a:solidFill>
            <a:srgbClr val="F0FDF4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01384" y="1207008"/>
            <a:ext cx="1984248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11112" y="131673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1536192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11112" y="1892808"/>
            <a:ext cx="1764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agentes ativos · Evals maduros ≥ 85%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(Fase 2)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melhoria ativo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Governança: owner de cada domínio definido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→ evals permanentes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Plataforma Mobile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Esteira Agêntica — AI-native SDLC</dc:title>
  <dc:subject>PptxGenJS Presentation</dc:subject>
  <dc:creator>João Paulo</dc:creator>
  <cp:lastModifiedBy>João Paulo</cp:lastModifiedBy>
  <cp:revision>1</cp:revision>
  <dcterms:created xsi:type="dcterms:W3CDTF">2026-09-11T15:49:23Z</dcterms:created>
  <dcterms:modified xsi:type="dcterms:W3CDTF">2026-09-11T15:49:23Z</dcterms:modified>
</cp:coreProperties>
</file>